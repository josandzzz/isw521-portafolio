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750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DISEÑO ESTRUCTURALES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Patrón Composite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49808" y="3108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objetos individuales y grupos de objetos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de la misma forma.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4206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 objetos en estructuras de árbol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281160" y="192024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921240" y="2423160"/>
            <a:ext cx="0" cy="3200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2743200"/>
            <a:ext cx="246888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2743200"/>
            <a:ext cx="0" cy="3200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2743200"/>
            <a:ext cx="0" cy="3200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306324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0" y="306324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0" y="3566160"/>
            <a:ext cx="0" cy="3200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3886200"/>
            <a:ext cx="164592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3886200"/>
            <a:ext cx="0" cy="3200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0" y="3886200"/>
            <a:ext cx="0" cy="3200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4206240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4206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4206240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4206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patrón Composite?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estructural (GoF)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armar objetos dentro de otros objetos formando una estructura de árbol, y luego trabajar con esa estructura como si fuera un solo objeto.</a:t>
            </a:r>
            <a:endParaRPr lang="en-US" sz="16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clave: el objeto simple (hoja) y el objeto que contiene otros (compuesto) implementan la misma interfaz. El cliente no necesita saber con cuál está hablando.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E4EDD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25196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preguntás el tamaño a un archivo, te responde el suyo.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lo preguntás a una carpeta, le pregunta a sus hijos y suma.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afuera, la pregunta es exactamente la misma.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1691640"/>
            <a:ext cx="48463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blurRad="1016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carpetas y archivos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0" y="246888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Documentos/            &lt;- compuesto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foto.png            &lt;- hoja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Trabajos/           &lt;- compuesto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tarea.docx       &lt;- hoja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notas.txt        &lt;- hoja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cv.pdf              &lt;- hoja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4617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carpeta puede contener archivos... y otras carpetas. Esa recursión es el corazón del patrón.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participantes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quién dentro del patrón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31720" y="182880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31720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2514600"/>
            <a:ext cx="0" cy="3200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834640"/>
            <a:ext cx="329184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834640"/>
            <a:ext cx="0" cy="3200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2834640"/>
            <a:ext cx="0" cy="3200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315468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154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315468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3931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0..* Componentes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(hojas u otros compuestos)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16916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920240"/>
            <a:ext cx="310896" cy="31089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1892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50608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o clase abstracta común. Declara las operaciones que todos deben responder (ej. Tamano()).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324612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3474720"/>
            <a:ext cx="310896" cy="31089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3447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50608" y="3840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simple, el que no tiene hijos. Hace el trabajo real y responde por sí mismo.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48006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5029200"/>
            <a:ext cx="310896" cy="31089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5001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50608" y="5394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una lista de componentes hijos. Su trabajo es delegar: llama a cada hijo y combina el resultado.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vale la pena usarlo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733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cliente más simple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camino para todo: no hay if para separar objetos simples de grupos.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6334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extender (Open/Closed)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017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nuevo tipo de hoja o de compuesto no obliga a tocar el código que ya funciona.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5935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jerarquías naturales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977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cualquier profundidad, sin límite de niveles ni código extra.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5537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Recursividad ordenada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937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resuelve su parte y delega el resto en sus hijos.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532120"/>
            <a:ext cx="10835640" cy="777240"/>
          </a:xfrm>
          <a:prstGeom prst="roundRect">
            <a:avLst>
              <a:gd name="adj" fmla="val 11765"/>
            </a:avLst>
          </a:prstGeom>
          <a:solidFill>
            <a:srgbClr val="F0E8D8"/>
          </a:solidFill>
          <a:ln w="12700">
            <a:solidFill>
              <a:srgbClr val="D8C9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6235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contra: si las hojas y los compuestos son demasiado distintos, la interfaz común termina siendo muy genérica y pierde sentido.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 se usa?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señal: cuando decís "esto contiene más de esto mismo"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blurRad="762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365760" cy="3657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 y submenús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menú tiene ítems y otros menús. Dibujar() se llama igual en ambos.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73736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blurRad="762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2057400"/>
            <a:ext cx="365760" cy="3657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archivos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6517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dentro de carpetas: tamaño, buscar, mover, eliminar.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blurRad="762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206240"/>
            <a:ext cx="365760" cy="3657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gráficas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8006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panel contiene botones y otros paneles. El DOM del navegador funciona así.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388620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blurRad="762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4206240"/>
            <a:ext cx="365760" cy="3657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48006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 con empleados y subdepartamentos: calcular el total de salarios.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en HTML y CSS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 ya es un Composite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&lt;div&gt; puede contener texto... u otros &lt;div&gt;. Y el navegador lo dibuja igual en los dos casos.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demo: la clase .nodo es el Componente (el estilo común). .carpeta es el Compuesto (contiene otros nodos) y .archivo es la Hoja. El CSS se escribe una sola vez y funciona a cualquier profundidad.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EDD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343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JavaScript: &lt;details&gt; abre y cierra cada compuesto, y el mismo estilo aplica al nivel 1 y al nivel 5.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3886200"/>
          </a:xfrm>
          <a:prstGeom prst="roundRect">
            <a:avLst>
              <a:gd name="adj" fmla="val 1882"/>
            </a:avLst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56232"/>
            <a:ext cx="489204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COMPUESTO --&gt;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&lt;details class="nodo carpeta"&gt;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&lt;summary&gt;Documentos&lt;/summary&gt;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HOJA --&gt;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class="nodo archivo"&gt;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cv.pdf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otro COMPUESTO adentro --&gt;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&lt;details class="nodo carpeta"&gt;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&lt;summary&gt;Fotos&lt;/summary&gt;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class="nodo archivo"&gt;a.png&lt;/div&gt;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&lt;/details&gt;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E8F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&lt;/details&gt;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permite tratar un objeto solo y un</a:t>
            </a:r>
            <a:endParaRPr lang="en-US" sz="32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de objetos exactamente igual.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E4020"/>
          </a:solidFill>
          <a:ln w="12700">
            <a:solidFill>
              <a:srgbClr val="3D7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Componente, Hoja y Compuesto, en forma de árbol.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25696" y="37490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E4020"/>
          </a:solidFill>
          <a:ln w="12700">
            <a:solidFill>
              <a:srgbClr val="3D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0016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0016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deja de preguntar con qué tipo está hablando.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28432" y="37490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E4020"/>
          </a:solidFill>
          <a:ln w="12700">
            <a:solidFill>
              <a:srgbClr val="3D7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02752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Menús, archivos, interfaces gráficas, organigramas.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composite-demo.html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</Words>
  <Application>Microsoft Office PowerPoint</Application>
  <PresentationFormat>Panorámica</PresentationFormat>
  <Paragraphs>100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Patron Composite</dc:title>
  <dc:subject>PptxGenJS Presentation</dc:subject>
  <dc:creator>Eliam</dc:creator>
  <cp:lastModifiedBy>JOSEPH MOYA</cp:lastModifiedBy>
  <cp:revision>2</cp:revision>
  <dcterms:created xsi:type="dcterms:W3CDTF">2026-08-16T18:52:44Z</dcterms:created>
  <dcterms:modified xsi:type="dcterms:W3CDTF">2026-08-17T22:02:35Z</dcterms:modified>
</cp:coreProperties>
</file>